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VIBECODING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4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WEBSITE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2286000" cy="36576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professional websites with AI. No coding required.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Hinkle</a:t>
            </a:r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The AI Enterprise  |  theaienterprise.io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OLD WAY DOESN'T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73152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83280" y="1371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$5,000-$50,000 and 3-6 months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7680960" cy="73152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240280"/>
            <a:ext cx="54864" cy="73152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Builders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240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Wix/Squarespace lock you in with templates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108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Code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3108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months to build something decent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977640"/>
            <a:ext cx="54864" cy="73152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977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3977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varies, hard to maintain, expensive revisions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 could describe your vision and watch AI build it?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VIBECODING A WEBSITE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 CODING: THE NEW WAY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describe. AI builds. You ship.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vibe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2011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colors, tone, pages,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578608"/>
            <a:ext cx="411480" cy="4114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578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Claude interview you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25786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discovery in plain English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145536"/>
            <a:ext cx="411480" cy="4114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45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1455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AI build your site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31455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HTML/CSS in minutes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712464"/>
            <a:ext cx="411480" cy="4114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12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7124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images in Manus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14800" y="37124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On-brand visuals via Nano Banana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279392"/>
            <a:ext cx="411480" cy="41148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2793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Vercel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14800" y="42793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 with HTTPS in one command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VIBECODING A WEBSITE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AI WEB TEAM</a:t>
            </a:r>
            <a:endParaRPr lang="en-US" sz="2800" dirty="0"/>
          </a:p>
        </p:txBody>
      </p:sp>
      <p:pic>
        <p:nvPicPr>
          <p:cNvPr id="3" name="Image 0" descr="/sessions/funny-cool-keller/VibeCoding-a-Website/course/assets/infographics/02-claude-vs-man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unny-cool-keller/VibeCoding-a-Website/course/assets/infographics/01-vibecoding-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137160"/>
            <a:ext cx="8869680" cy="4846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DISCOVERY INTERVIEW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274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MINUTES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530352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630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Audience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46304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industry, who you serve, what makes you different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21408"/>
            <a:ext cx="7680960" cy="530352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2140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&amp; Structure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12140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About, Services, Contact, Blog — what do you need?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79776"/>
            <a:ext cx="7680960" cy="530352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7977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Visual Identity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77977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Colors, fonts, tone (professional? playful? bold?)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438144"/>
            <a:ext cx="7680960" cy="530352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43814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Integrations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343814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form, newsletter signup, analytics, blog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096512"/>
            <a:ext cx="7680960" cy="530352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09651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Deployment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409651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Keywords, domain, GitHub repo, Vercel project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solidFill>
            <a:srgbClr val="1A2338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site-brief.json — the blueprint every other skill reads from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VIBECODING A WEBSITE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 &amp; VISUAL ASSETS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274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657600" cy="292608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brand guidelines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optimized image prompts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page section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images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backgrounds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 / social images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Favicon concepts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657600" cy="292608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MANUS + NANO BANANA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prompts from Claude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publication-ready images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brand style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 loaded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colors enforced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text embedded in images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 aspect ratio standard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VIBECODING A WEBSITE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GENERATE YOUR WEBSITE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274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MINUTES</a:t>
            </a:r>
            <a:endParaRPr lang="en-US" sz="1200" dirty="0"/>
          </a:p>
        </p:txBody>
      </p:sp>
      <p:pic>
        <p:nvPicPr>
          <p:cNvPr id="6" name="Image 0" descr="/sessions/funny-cool-keller/VibeCoding-a-Website/course/assets/infographics/07-simple-vs-compl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82296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VIBECODING A WEBSITE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CLAUDE GENERATES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2560320" cy="32004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25603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404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8437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2826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721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(WCAG AA)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1280160"/>
            <a:ext cx="2560320" cy="32004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1280160"/>
            <a:ext cx="2560320" cy="54864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(Resend)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404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(Beehiiv)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28437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scroll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32826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animations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3721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&amp; OG tags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280160"/>
            <a:ext cx="2560320" cy="32004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1280160"/>
            <a:ext cx="256032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vercel.json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2404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28437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(Vite)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32826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Favicon link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3721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Sitemap-ready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VIBECODING A WEBSITE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FORMS &amp; EMAIL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274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MINUTES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463040"/>
            <a:ext cx="3657600" cy="45720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463040"/>
            <a:ext cx="54864" cy="457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1920240"/>
            <a:ext cx="0" cy="182880"/>
          </a:xfrm>
          <a:prstGeom prst="line">
            <a:avLst/>
          </a:prstGeom>
          <a:noFill/>
          <a:ln w="19050">
            <a:solidFill>
              <a:srgbClr val="8B95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103120"/>
            <a:ext cx="3657600" cy="45720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2103120"/>
            <a:ext cx="54864" cy="457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validation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2560320"/>
            <a:ext cx="0" cy="182880"/>
          </a:xfrm>
          <a:prstGeom prst="line">
            <a:avLst/>
          </a:prstGeom>
          <a:noFill/>
          <a:ln w="19050">
            <a:solidFill>
              <a:srgbClr val="8B95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743200"/>
            <a:ext cx="3657600" cy="45720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2743200"/>
            <a:ext cx="54864" cy="457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 function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3200400"/>
            <a:ext cx="0" cy="182880"/>
          </a:xfrm>
          <a:prstGeom prst="line">
            <a:avLst/>
          </a:prstGeom>
          <a:noFill/>
          <a:ln w="19050">
            <a:solidFill>
              <a:srgbClr val="8B95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3383280"/>
            <a:ext cx="3657600" cy="45720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3383280"/>
            <a:ext cx="54864" cy="45720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API delivers email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3840480"/>
            <a:ext cx="0" cy="182880"/>
          </a:xfrm>
          <a:prstGeom prst="line">
            <a:avLst/>
          </a:prstGeom>
          <a:noFill/>
          <a:ln w="19050">
            <a:solidFill>
              <a:srgbClr val="8B95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4023360"/>
            <a:ext cx="3657600" cy="45720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4023360"/>
            <a:ext cx="54864" cy="4572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4" name="Text 22"/>
          <p:cNvSpPr/>
          <p:nvPr/>
        </p:nvSpPr>
        <p:spPr>
          <a:xfrm>
            <a:off x="164592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notified instantly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1463040"/>
            <a:ext cx="2926080" cy="301752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INCLUDED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201168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Beehiiv newsletter embed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config iframe)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spam protection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Vercel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VIBECODING A WEBSITE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unny-cool-keller/VibeCoding-a-Website/course/assets/infographics/03-quality-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137160"/>
            <a:ext cx="8869680" cy="4846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QUALITY PASS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SKILLS, 4 AUDITS, 8 MINUTES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621792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731520" cy="62179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3716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performance-optimizer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13716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speed, image compression, font loading, Lighthouse 90+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21408"/>
            <a:ext cx="7680960" cy="621792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121408"/>
            <a:ext cx="731520" cy="62179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21408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0" y="212140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seo-aeo-auditor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21214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tags, structured data, sitemap, AEO direct-answer blocks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871216"/>
            <a:ext cx="7680960" cy="621792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871216"/>
            <a:ext cx="731520" cy="6217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71216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287121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content-auditor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28712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text, brand voice, grammar, CTAs, broken promises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621024"/>
            <a:ext cx="7680960" cy="621792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621024"/>
            <a:ext cx="731520" cy="6217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621024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5920" y="362102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link-checker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0" y="36210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404s, redirect chains, mixed content, orphan pages, missing assets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 generates a detailed report with specific fixes. Claude applies them automatically.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VIBECODING A WEBSITE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unny-cool-keller/VibeCoding-a-Website/course/assets/infographics/05-deploy-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137160"/>
            <a:ext cx="8869680" cy="4846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unny-cool-keller/VibeCoding-a-Website/course/assets/infographics/06-manus-maintenance-lo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137160"/>
            <a:ext cx="8869680" cy="4846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COMPLETE SKILL INVENTORY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640080" cy="329184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463040" y="1005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site-interviewer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10058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interview → site-brief.json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389888"/>
            <a:ext cx="640080" cy="329184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63040" y="13898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brand-to-images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3898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→ Manus/Nano Banana prompts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773936"/>
            <a:ext cx="640080" cy="329184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63040" y="17739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site-generator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177393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→ complete HTML or Vite+JS site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57984"/>
            <a:ext cx="640080" cy="329184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63040" y="21579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form-wiring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215798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forms + Beehiiv newsletter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542032"/>
            <a:ext cx="640080" cy="329184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63040" y="25420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performance-optimizer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25420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audits, image/CSS/JS optimization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26080"/>
            <a:ext cx="640080" cy="329184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463040" y="29260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seo-aeo-auditor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29260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Answer Engine Optimization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310128"/>
            <a:ext cx="640080" cy="329184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63040" y="33101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content-auditor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33101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quality, placeholders, brand voice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3694176"/>
            <a:ext cx="640080" cy="329184"/>
          </a:xfrm>
          <a:prstGeom prst="rect">
            <a:avLst/>
          </a:prstGeom>
          <a:solidFill>
            <a:srgbClr val="FF6B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463040" y="3694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link-checker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369417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links, mixed content, orphans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078224"/>
            <a:ext cx="640080" cy="329184"/>
          </a:xfrm>
          <a:prstGeom prst="rect">
            <a:avLst/>
          </a:prstGeom>
          <a:solidFill>
            <a:srgbClr val="A78B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463040" y="407822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deploy-to-vercel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0" y="407822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Vercel deployment pipeline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462272"/>
            <a:ext cx="640080" cy="329184"/>
          </a:xfrm>
          <a:prstGeom prst="rect">
            <a:avLst/>
          </a:prstGeom>
          <a:solidFill>
            <a:srgbClr val="A78B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463040" y="44622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site-updater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446227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maintenance via Manus chatbot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VIBECODING A WEBSITE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unny-cool-keller/VibeCoding-a-Website/course/assets/infographics/04-brief-to-live-s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137160"/>
            <a:ext cx="8869680" cy="4846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WANT TO GO DEEPER?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1-hour core expands to 3-4 hours with these deep dives: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4864" cy="320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Branding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theory, typography, full image library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+25 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84832"/>
            <a:ext cx="54864" cy="320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084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 Basics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084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Claude generated, customize layouts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9520" y="2084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+30 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478024"/>
            <a:ext cx="54864" cy="3200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4780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Forms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4780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magnets, autoresponders, multiple form types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24780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871216"/>
            <a:ext cx="54864" cy="3200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QC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8712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basics, mobile testing, content deep dive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0" y="28712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 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264408"/>
            <a:ext cx="54864" cy="32004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264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264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data, local SEO, AEO for AI search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0" y="32644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 min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657600"/>
            <a:ext cx="54864" cy="320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Iteration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Plausible/GA setup, A/B testing, data-driven changes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0" y="3657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050792"/>
            <a:ext cx="54864" cy="320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4050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Up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83280" y="4050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Blog, CMS-like management, multiple contributors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0" y="4050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+25 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4389120"/>
            <a:ext cx="768096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4622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expanded: ~3.5 hours of hands-on learning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free-tier friendly. No monthly fees to get started.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7680960" cy="3657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Vite + JS (optional)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365760"/>
          </a:xfrm>
          <a:prstGeom prst="rect">
            <a:avLst/>
          </a:prstGeom>
          <a:solidFill>
            <a:srgbClr val="0A0F1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(transactional email)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Beehiiv (iframe embed)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solidFill>
            <a:srgbClr val="0A0F1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(auto-deploy, CDN, SSL)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solidFill>
            <a:srgbClr val="0A0F1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(local CLI)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 + Nano Banana (cloud)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VIBECODING A WEBSITE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STARTED IN 5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13716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github.com/mrhinkle/VibeCoding-a-Website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84832"/>
            <a:ext cx="7680960" cy="54864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084832"/>
            <a:ext cx="54864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2084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Claude Code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20848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Claude Code CLI from Anthropic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7680960" cy="54864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798064"/>
            <a:ext cx="54864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98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27980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interview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0" y="279806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runs the site-interviewer skill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11296"/>
            <a:ext cx="7680960" cy="54864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511296"/>
            <a:ext cx="54864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511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35112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build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840480" y="35112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runs site-generator + quality skills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224528"/>
            <a:ext cx="7680960" cy="54864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224528"/>
            <a:ext cx="54864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24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63040" y="4224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840480" y="42245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runs deploy-to-vercel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VIBECODING A WEBSITE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DON'T NEED TO BE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DEVELOPER.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NEED A VISION.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github.com/mrhinkle/VibeCoding-a-Website
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Hinkle  |  The AI Enterprise  |  theaienterprise.io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VibeCoding a Website</dc:title>
  <dc:subject>Build professional websites with AI — no coding required</dc:subject>
  <dc:creator>Mark Hinkle</dc:creator>
  <cp:lastModifiedBy>Mark Hinkle</cp:lastModifiedBy>
  <cp:revision>1</cp:revision>
  <dcterms:created xsi:type="dcterms:W3CDTF">2026-03-31T10:44:28Z</dcterms:created>
  <dcterms:modified xsi:type="dcterms:W3CDTF">2026-03-31T10:44:28Z</dcterms:modified>
</cp:coreProperties>
</file>