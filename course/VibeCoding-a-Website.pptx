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1170432"/>
            <a:ext cx="5669280" cy="475488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1088136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The AI Enterprise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12064" y="1655064"/>
            <a:ext cx="7315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VibeCoding a Website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12064" y="2450592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Build Professional Websites with AI.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No Coding Required.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873752" y="3474720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SPEAKER
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Mark Hinkle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CEO &amp; Founder, The AIE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The Old Way Doesn't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Why building a website is still painful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3913632" cy="13716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AGENCIES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86384" y="20574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$5K–$50K and 3–6 months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2064" y="2971800"/>
            <a:ext cx="3913632" cy="13716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154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DIY BUILDERS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86384" y="3657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Wix/Squarespace lock you in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18304" y="1371600"/>
            <a:ext cx="3913632" cy="13716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3" name="Text 11"/>
          <p:cNvSpPr/>
          <p:nvPr/>
        </p:nvSpPr>
        <p:spPr>
          <a:xfrm>
            <a:off x="4992624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LEARNING TO CODE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92624" y="20574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6–12 months minimum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18304" y="2971800"/>
            <a:ext cx="3913632" cy="13716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6" name="Text 14"/>
          <p:cNvSpPr/>
          <p:nvPr/>
        </p:nvSpPr>
        <p:spPr>
          <a:xfrm>
            <a:off x="4992624" y="3154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FREELANCERS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92624" y="3657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Quality varies, costly revisions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Vibe Coding: The New Way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You describe. AI builds. You ship.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320040" cy="32004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" y="1371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Describe your vibe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931920" y="1371600"/>
            <a:ext cx="4700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Brand, tone, pages, features — in plain English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12064" y="2029968"/>
            <a:ext cx="320040" cy="32004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" y="20299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Let Claude interview you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931920" y="2029968"/>
            <a:ext cx="4700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discovery generates your site blueprint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12064" y="2688336"/>
            <a:ext cx="320040" cy="32004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" y="26883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6883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Watch AI build your site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931920" y="2688336"/>
            <a:ext cx="4700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Production-ready HTML/CSS in minutes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12064" y="3346704"/>
            <a:ext cx="320040" cy="32004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33467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51560" y="33467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Generate images in Manus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931920" y="3346704"/>
            <a:ext cx="4700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On-brand visuals via Nano Banana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12064" y="4005072"/>
            <a:ext cx="320040" cy="32004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40050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4005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Deploy to Vercel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931920" y="4005072"/>
            <a:ext cx="4700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Live site with HTTPS in one command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Your AI Web Team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Two tools, one workflow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pic>
        <p:nvPicPr>
          <p:cNvPr id="6" name="Image 0" descr="/sessions/funny-cool-keller/VibeCoding-a-Website/course/assets/infographics/02-claude-vs-man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234440"/>
            <a:ext cx="8595360" cy="3749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unny-cool-keller/VibeCoding-a-Website/course/assets/infographics/01-vibecoding-work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137160"/>
            <a:ext cx="886968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Module 1: The Discovery Interview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8 minutes — from blank page to site blueprint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7160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Business &amp; Audience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74720" y="137160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Name, industry, who you serve, what makes you different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" y="2029968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2996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Pages &amp; Structure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74720" y="20299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Home, About, Services, Contact, Blog — what do you need?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" y="2688336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88336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Brand &amp; Visual Identity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74720" y="268833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Colors, fonts, tone (professional? playful? bold?)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12064" y="3346704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4670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Features &amp; Integrations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334670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Contact form, newsletter signup, analytics, blog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2064" y="4005072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00507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SEO &amp; Deployment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474720" y="400507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Keywords, domain, GitHub repo, Vercel project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12064" y="4206240"/>
            <a:ext cx="8119872" cy="4572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4206240"/>
            <a:ext cx="54864" cy="45720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206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Output:  site-brief.json — the blueprint every other skill reads from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Module 2: Brand &amp; Visual Assets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10 minutes — Claude writes prompts, Manus generates images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3913632" cy="310896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" y="14630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Reads your brand guidelines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Generates optimized image prompts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for every page section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Hero images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backgrounds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OG / social images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Favicon concepts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18304" y="1371600"/>
            <a:ext cx="3913632" cy="310896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0" name="Text 8"/>
          <p:cNvSpPr/>
          <p:nvPr/>
        </p:nvSpPr>
        <p:spPr>
          <a:xfrm>
            <a:off x="4718304" y="14630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 + NANO BANANA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Takes the prompts from Claude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Generates publication-ready images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in your brand style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Custom instructions loaded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Brand colors enforced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No text embedded in images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16:9 aspect ratio standard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Module 3: Generate Your Website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12 minutes — from blueprint to production 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pic>
        <p:nvPicPr>
          <p:cNvPr id="6" name="Image 0" descr="/sessions/funny-cool-keller/VibeCoding-a-Website/course/assets/infographics/07-simple-vs-comple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234440"/>
            <a:ext cx="8595360" cy="3749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What Claude Generates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Production-ready code from a single conversation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2587752" cy="32004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1371600"/>
            <a:ext cx="2587752" cy="54864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150876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86384" y="20574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Semantic HTML5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5146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Responsive CSS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6384" y="29718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CSS custom properties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86384" y="34290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Mobile-first design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6384" y="38862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Accessibility (WCAG AA)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92424" y="1371600"/>
            <a:ext cx="2587752" cy="32004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5" name="Shape 13"/>
          <p:cNvSpPr/>
          <p:nvPr/>
        </p:nvSpPr>
        <p:spPr>
          <a:xfrm>
            <a:off x="3392424" y="1371600"/>
            <a:ext cx="2587752" cy="54864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6" name="Text 14"/>
          <p:cNvSpPr/>
          <p:nvPr/>
        </p:nvSpPr>
        <p:spPr>
          <a:xfrm>
            <a:off x="3392424" y="150876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Features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66744" y="20574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Contact form (Resend)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66744" y="25146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Newsletter (Beehiiv)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66744" y="29718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Smooth scroll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66744" y="34290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Scroll animations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66744" y="38862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Meta &amp; OG tags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272784" y="1371600"/>
            <a:ext cx="2587752" cy="32004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3" name="Shape 21"/>
          <p:cNvSpPr/>
          <p:nvPr/>
        </p:nvSpPr>
        <p:spPr>
          <a:xfrm>
            <a:off x="6272784" y="1371600"/>
            <a:ext cx="2587752" cy="54864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50876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Config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47104" y="20574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vercel.json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47104" y="25146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.gitignore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47104" y="29718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package.json (Vite)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47104" y="34290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Favicon link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47104" y="3886200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Sitemap-ready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Module 4: Forms &amp; Email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7 minutes — contact forms that actually deliver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3913632" cy="4572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1371600"/>
            <a:ext cx="54864" cy="45720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User fills form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286000" y="181051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2064" y="2011680"/>
            <a:ext cx="3913632" cy="4572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1" name="Shape 9"/>
          <p:cNvSpPr/>
          <p:nvPr/>
        </p:nvSpPr>
        <p:spPr>
          <a:xfrm>
            <a:off x="512064" y="2011680"/>
            <a:ext cx="54864" cy="45720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011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Client-side validation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86000" y="245059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2064" y="2651760"/>
            <a:ext cx="3913632" cy="4572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651760"/>
            <a:ext cx="54864" cy="45720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Vercel serverless function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09067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2064" y="3291840"/>
            <a:ext cx="3913632" cy="4572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9" name="Shape 17"/>
          <p:cNvSpPr/>
          <p:nvPr/>
        </p:nvSpPr>
        <p:spPr>
          <a:xfrm>
            <a:off x="512064" y="3291840"/>
            <a:ext cx="54864" cy="45720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291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Resend API delivers email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286000" y="37307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" y="3931920"/>
            <a:ext cx="3913632" cy="4572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3" name="Shape 21"/>
          <p:cNvSpPr/>
          <p:nvPr/>
        </p:nvSpPr>
        <p:spPr>
          <a:xfrm>
            <a:off x="512064" y="3931920"/>
            <a:ext cx="54864" cy="457200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931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You get notified instantly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718304" y="1371600"/>
            <a:ext cx="3913632" cy="3200400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6" name="Text 24"/>
          <p:cNvSpPr/>
          <p:nvPr/>
        </p:nvSpPr>
        <p:spPr>
          <a:xfrm>
            <a:off x="4718304" y="146304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ALSO INCLUDED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37760" y="19659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Beehiiv newsletter embed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(zero config iframe)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Honeypot spam protection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Toast notifications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Environment variables
</a:t>
            </a:r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configured in Vercel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unny-cool-keller/VibeCoding-a-Website/course/assets/infographics/03-quality-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137160"/>
            <a:ext cx="886968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The Quality Pass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4 skills, 4 audits, 8 minutes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8119872" cy="62179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1371600"/>
            <a:ext cx="731520" cy="62179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1371600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26464" y="13716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performance-optimizer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0" y="137160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Page speed, image compression, font loading, Lighthouse 90+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12064" y="2121408"/>
            <a:ext cx="8119872" cy="62179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" y="2121408"/>
            <a:ext cx="731520" cy="62179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2121408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26464" y="2121408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seo-aeo-auditor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0" y="21214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Meta tags, structured data, sitemap, AEO direct-answer blocks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12064" y="2871216"/>
            <a:ext cx="8119872" cy="62179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7" name="Shape 15"/>
          <p:cNvSpPr/>
          <p:nvPr/>
        </p:nvSpPr>
        <p:spPr>
          <a:xfrm>
            <a:off x="512064" y="2871216"/>
            <a:ext cx="731520" cy="62179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" y="2871216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COPY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26464" y="28712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content-auditor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114800" y="287121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Placeholder text, brand voice, grammar, CTAs, broken promises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12064" y="3621024"/>
            <a:ext cx="8119872" cy="62179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621024"/>
            <a:ext cx="731520" cy="62179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621024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26464" y="362102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link-checker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114800" y="362102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404s, redirect chains, mixed content, orphan pages, missing assets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12064" y="420624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Each skill generates a detailed report with specific fixes. Claude applies them automatically.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unny-cool-keller/VibeCoding-a-Website/course/assets/infographics/05-deploy-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137160"/>
            <a:ext cx="886968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unny-cool-keller/VibeCoding-a-Website/course/assets/infographics/06-manus-maintenance-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137160"/>
            <a:ext cx="886968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The Complete Skill Inventory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11 skills from planning to shipping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29844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" y="129844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80160" y="12984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site-interviewer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23360" y="12984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Discovery interview → site-brief.json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2064" y="166420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" y="16642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80160" y="16642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brand-to-images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0" y="16642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Brand → Manus/Nano Banana prompts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2064" y="202996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" y="202996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80160" y="20299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site-generator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23360" y="20299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Brief → complete HTML or Vite+JS site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2064" y="239572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23957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80160" y="23957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form-wiring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023360" y="23957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Resend forms + Beehiiv newsletter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" y="276148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276148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28016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performance-optimizer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023360" y="27614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Lighthouse audits, image/CSS/JS optimization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2064" y="312724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312724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80160" y="31272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seo-aeo-auditor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023360" y="31272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SEO + Answer Engine Optimization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2064" y="349300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" y="3493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280160" y="34930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content-auditor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23360" y="34930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Copy quality, placeholders, brand voice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12064" y="3858768"/>
            <a:ext cx="640080" cy="310896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" y="385876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280160" y="38587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link-checker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023360" y="38587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Broken links, mixed content, orphans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12064" y="4224528"/>
            <a:ext cx="640080" cy="310896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" y="42245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280160" y="42245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deploy-to-vercel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023360" y="4224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GitHub → Vercel deployment pipeline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12064" y="4590288"/>
            <a:ext cx="640080" cy="310896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43" name="Text 41"/>
          <p:cNvSpPr/>
          <p:nvPr/>
        </p:nvSpPr>
        <p:spPr>
          <a:xfrm>
            <a:off x="512064" y="459028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280160" y="45902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site-updater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023360" y="45902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Ongoing maintenance via Manus chatbot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unny-cool-keller/VibeCoding-a-Website/course/assets/infographics/04-brief-to-live-s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137160"/>
            <a:ext cx="886968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Want to Go Deeper?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The 1-hour core expands to 3–4 hours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298448"/>
            <a:ext cx="54864" cy="34747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98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Advanced Branding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0" y="129844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Color theory, typography, image library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17536" y="12984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+25 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2064" y="1719072"/>
            <a:ext cx="54864" cy="34747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190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HTML/CSS Basics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0" y="171907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Understand and customize Claude's code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17536" y="1719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+30 min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2064" y="2139696"/>
            <a:ext cx="54864" cy="34747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1396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Advanced Forms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213969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magnets, autoresponders, multi-form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17536" y="21396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+15 min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2064" y="2560320"/>
            <a:ext cx="54864" cy="34747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5603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Accessibility/QC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00400" y="25603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WCAG, mobile testing, content deep dive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17536" y="25603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+20 min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" y="2980944"/>
            <a:ext cx="54864" cy="34747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Advanced SEO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00400" y="29809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data, local SEO, AEO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17536" y="29809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+20 min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2064" y="3401568"/>
            <a:ext cx="54864" cy="34747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4015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Analytics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200400" y="340156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Plausible/GA, A/B testing, data-driven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17536" y="34015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+20 min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2064" y="3822192"/>
            <a:ext cx="54864" cy="34747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38221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Scaling Up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200400" y="382219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Blog, CMS-like management, team collab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17536" y="3822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+25 min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12064" y="4297680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" y="4389120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Total expanded:  ~3.5 hours of hands-on learning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Tech Stack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All free-tier friendly. No monthly fees to get started.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8119872" cy="384048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716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Frontend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HTML5, CSS3, Vite + JS (optional)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2064" y="1847088"/>
            <a:ext cx="8119872" cy="38404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470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Forms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0" y="18470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Resend (transactional email)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2064" y="2322576"/>
            <a:ext cx="8119872" cy="384048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2257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Newsletter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00400" y="232257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Beehiiv (iframe embed)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12064" y="2798064"/>
            <a:ext cx="8119872" cy="38404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98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Hosting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279806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Vercel (auto-deploy, CDN, SSL)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12064" y="3273552"/>
            <a:ext cx="8119872" cy="384048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27355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Version Control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200400" y="327355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GitHub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12064" y="3749040"/>
            <a:ext cx="8119872" cy="38404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749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AI Builder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200400" y="374904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Claude Code (local CLI)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2064" y="4224528"/>
            <a:ext cx="8119872" cy="384048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2245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AI Designer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200400" y="422452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Manus + Nano Banana (cloud)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347472"/>
            <a:ext cx="8119872" cy="7955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347472"/>
            <a:ext cx="8119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Get Started in 5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786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&gt;  </a:t>
            </a:r>
            <a:pPr indent="0" marL="0">
              <a:buNone/>
            </a:pPr>
            <a:r>
              <a:rPr lang="en-US" sz="20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From zero to live website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12064" y="1124712"/>
            <a:ext cx="8119872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12064" y="1371600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1371600"/>
            <a:ext cx="530352" cy="53035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13716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137160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Clone the repo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0" y="137160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 github.com/mrhinkle/VibeCoding-a-Website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12064" y="2029968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" y="2029968"/>
            <a:ext cx="530352" cy="53035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2029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34440" y="202996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Get Claude Code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57600" y="20299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Install Claude Code CLI from Anthropic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12064" y="2688336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17" name="Shape 15"/>
          <p:cNvSpPr/>
          <p:nvPr/>
        </p:nvSpPr>
        <p:spPr>
          <a:xfrm>
            <a:off x="512064" y="2688336"/>
            <a:ext cx="530352" cy="53035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" y="268833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268833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Answer the interview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57600" y="268833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runs the site-interviewer skill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12064" y="3346704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346704"/>
            <a:ext cx="530352" cy="53035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346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34440" y="334670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Watch it build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657600" y="334670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runs site-generator + quality skills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2064" y="4005072"/>
            <a:ext cx="8119872" cy="530352"/>
          </a:xfrm>
          <a:prstGeom prst="rect">
            <a:avLst/>
          </a:prstGeom>
          <a:solidFill>
            <a:srgbClr val="1A1D24"/>
          </a:solidFill>
          <a:ln/>
        </p:spPr>
      </p:sp>
      <p:sp>
        <p:nvSpPr>
          <p:cNvPr id="27" name="Shape 25"/>
          <p:cNvSpPr/>
          <p:nvPr/>
        </p:nvSpPr>
        <p:spPr>
          <a:xfrm>
            <a:off x="512064" y="4005072"/>
            <a:ext cx="530352" cy="530352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" y="4005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234440" y="400507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Go live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657600" y="400507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3C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runs deploy-to-vercel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1170432"/>
            <a:ext cx="5669280" cy="475488"/>
          </a:xfrm>
          <a:prstGeom prst="rect">
            <a:avLst/>
          </a:prstGeom>
          <a:solidFill>
            <a:srgbClr val="F44800"/>
          </a:solidFill>
          <a:ln/>
        </p:spPr>
      </p:sp>
      <p:sp>
        <p:nvSpPr>
          <p:cNvPr id="3" name="Text 1"/>
          <p:cNvSpPr/>
          <p:nvPr/>
        </p:nvSpPr>
        <p:spPr>
          <a:xfrm>
            <a:off x="512064" y="1655064"/>
            <a:ext cx="7680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You Don't Need to Be a Developer.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12064" y="2450592"/>
            <a:ext cx="7680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4800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You Need a Vision.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12064" y="3383280"/>
            <a:ext cx="2743200" cy="182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Text 4"/>
          <p:cNvSpPr/>
          <p:nvPr/>
        </p:nvSpPr>
        <p:spPr>
          <a:xfrm>
            <a:off x="512064" y="35661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48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github.com/mrhinkle/VibeCoding-a-Website
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A5B3CE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Mark Hinkle  |  The AI Enterprise  |  theaienterprise.io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0" y="4709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VibeCoding a Website</dc:title>
  <dc:subject>Build professional websites with AI — no coding required</dc:subject>
  <dc:creator>Mark Hinkle</dc:creator>
  <cp:lastModifiedBy>Mark Hinkle</cp:lastModifiedBy>
  <cp:revision>1</cp:revision>
  <dcterms:created xsi:type="dcterms:W3CDTF">2026-03-31T11:10:48Z</dcterms:created>
  <dcterms:modified xsi:type="dcterms:W3CDTF">2026-03-31T11:10:48Z</dcterms:modified>
</cp:coreProperties>
</file>